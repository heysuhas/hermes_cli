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Title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Description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2026-07-03T07:10:11Z</dcterms:created>
  <dcterms:modified xsi:type="dcterms:W3CDTF">2026-07-03T07:10:11Z</dcterms:modified>
</cp:coreProperties>
</file>